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САМОСТОЯТЕЛЬНАЯ РАБОТА СТУДЕНТА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событий веб-сервиса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0CD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Технология: Apache Cassandra  |  Time-bucketing &amp; Hot-partition control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Дисциплина: Проектирование и применение NoSQL-технологий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курс, ОП «Информационные системы»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цель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303520" cy="5029200"/>
          </a:xfrm>
          <a:prstGeom prst="rect">
            <a:avLst/>
          </a:prstGeom>
          <a:solidFill>
            <a:srgbClr val="EBF8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9377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 генерируют поток логов.
</a:t>
            </a:r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правильной модели данных:
</a:t>
            </a:r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unbounded partitions
</a:t>
            </a:r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hot partition на популярном сервисе
</a:t>
            </a:r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медленные «последние N»
</a:t>
            </a:r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рост latency при увеличении объёма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914400"/>
            <a:ext cx="5303520" cy="5029200"/>
          </a:xfrm>
          <a:prstGeom prst="rect">
            <a:avLst/>
          </a:prstGeom>
          <a:solidFill>
            <a:srgbClr val="F0FFF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097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1645920"/>
            <a:ext cx="49377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прототип журнала событий на Cassandra с: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/ hourly bucketing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эффективным «последние N»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фильтром по level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демонстрацией anti-hot-partition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≥ 30 синтетических записей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полным CRUD и тестами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Функциональные (≥ 6)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FR1 Регистрация сервисов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FR2 Запись события (CREATE)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FR3 Последние N за день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FR4 Фильтр по level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FR5 Диапазон [t1,t2] (кросс-день)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FR6 Удаление события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FR7 COUNT в партиции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FR8 Hourly bucket (HV)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822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Нефункциональные (≥ 3)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234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NFR1 Bounded partitions (день/час)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NFR2 Предсказуемая latency LIMIT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NFR3 TTL 30 / 7 дней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NFR4 Горизонтальное масштабирование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Patterns: AP1–AP8 (см. отчёт / README)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3/9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технологии — ADR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4114800"/>
        </p:xfrm>
        <a:graphic>
          <a:graphicData uri="http://schemas.openxmlformats.org/drawingml/2006/table">
            <a:tbl>
              <a:tblPr/>
              <a:tblGrid>
                <a:gridCol w="2286000"/>
                <a:gridCol w="4114800"/>
                <a:gridCol w="48463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Альтернатива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Плюсы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Минусы для задачи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MongoDB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Гибкая схема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Слабый контроль размера партиций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Скорость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RAM, не для long-term логов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SQL, mature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Вертикальное масштабирование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Elasticsearch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0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Избыточен, дорого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767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Cassandra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767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Write-scale, TWCS, buckets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767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 JOIN (решается denorm)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Альтернатива          Плюсы                              Минусы для задачи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4/9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данных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 ((service_name, day), event_time, event_id)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CLUSTERING ORDER BY (event_time DESC, event_id DESC)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01168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events_by_service_day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Основной журнал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(svc, day)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30 дней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C53030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201168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events_by_service_hour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Anti-hot-partition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(svc, hour)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7 дней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276749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201168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events_by_level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Денормализация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(svc, day, level)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фильтр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82880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805AD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201168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35440" y="29260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Метаданные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PK: service_name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5/9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0" y="914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051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914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51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914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C5303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1051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api-gw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0" y="9144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051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1737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EventProducer (Python repository)  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2286000"/>
            <a:ext cx="9418320" cy="3200400"/>
          </a:xfrm>
          <a:prstGeom prst="roundRect">
            <a:avLst>
              <a:gd name="adj" fmla="val 2857"/>
            </a:avLst>
          </a:prstGeom>
          <a:solidFill>
            <a:srgbClr val="FFFAF0"/>
          </a:solidFill>
          <a:ln w="25400">
            <a:solidFill>
              <a:srgbClr val="DD6B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24231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Cassandra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events_by_service_day     |     events_by_service_hour     |     events_by_level     |     services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TimeWindowCompactionStrategy  •  TTL  •  Token-aware driver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905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bucket → bounded partitions    |    Hourly bucket → anti-hot-partition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6/9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Стек: Python 3 + cassandra-driver + pytest + Docker Cassandra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898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src/schema.py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13898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CQL DDL: keyspace, 4 таблицы, TWCS, TTL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75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src/models.py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20756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Event, day_bucket(), hour_bucket()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src/repository.py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0" y="27614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+ AP1–AP8 (prepared statements)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scripts/seed.py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34472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60 синтетических событий за 3 дня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330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scripts/demo_queries.py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0" y="41330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 запросов, 2 нетривиальных (Q5, Q8)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48188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3 сценария: create/read, level, delete+count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7/9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запросов и тестов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Демо-запросы (фрагмент)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Q2  Latest 5 — auth-service @ today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Q3  ERROR — payment-service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Q5  [non-trivial] order-service 48h cross-day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Q6  Hourly bucket — api-gateway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Q8  [non-trivial] Partition size control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75120" y="91440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0FFF4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0972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Тесты (pytest)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164592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create + read_latest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(newest-first order)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read_by_level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(ERROR vs INFO)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delete + count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(row disappears)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time_range cross-day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(bonus)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8/9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Ограничения, выводы, GitHub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 прототипа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Один узел, RF=1  •  Кросс-дневные запросы последовательные  •  Нет app-level auth  •  Синтетика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 полный прототип, удовлетворяющий всем требованиям варианта 14 и критериям СРО: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6 FR + ≥ 3 NFR, ≥ 8 Access Patterns, ADR, CRUD, ≥ 60 записей, ≥ 8 запросов (2 non-trivial), ≥ 3 теста,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README, отчёт, презентация. Daily/hourly bucketing демонстрирует контроль партиций и anti-hot-partition.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4023360"/>
            <a:ext cx="7589520" cy="1463040"/>
          </a:xfrm>
          <a:prstGeom prst="roundRect">
            <a:avLst>
              <a:gd name="adj" fmla="val 6250"/>
            </a:avLst>
          </a:prstGeom>
          <a:solidFill>
            <a:srgbClr val="1A365D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4297680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GitHub-репозиторий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(ссылка размещается в README после публикации)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 14  |  Стр. 9/9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Журнал событий веб-сервиса — Cassandra</dc:title>
  <dc:subject>PptxGenJS Presentation</dc:subject>
  <dc:creator>SRO Variant 14</dc:creator>
  <cp:lastModifiedBy>SRO Variant 14</cp:lastModifiedBy>
  <cp:revision>1</cp:revision>
  <dcterms:created xsi:type="dcterms:W3CDTF">2026-10-14T09:47:40Z</dcterms:created>
  <dcterms:modified xsi:type="dcterms:W3CDTF">2026-10-14T09:47:40Z</dcterms:modified>
</cp:coreProperties>
</file>